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AI-driven system for generating multiple content formats from a single source document.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Transforms source documents into diverse content formats.</a:t>
            </a:r>
          </a:p>
          <a:p>
            <a:pPr>
              <a:defRPr sz="2200"/>
            </a:pPr>
            <a:r>
              <a:t>Centralized Fact Graph ensures consistency across outputs.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Efficiency Gains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Reduces multi-channel authoring time by 75%.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Integrity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Guarantees 100% provenance verification.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PRISM generates multiple content formats from a single source document, ensuring consistency and traceability.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