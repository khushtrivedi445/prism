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PRISM is an AI-powered content generation system.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Source document input</a:t>
            </a:r>
          </a:p>
          <a:p>
            <a:pPr>
              <a:defRPr sz="2200"/>
            </a:pPr>
            <a:r>
              <a:t>Multiple content formats</a:t>
            </a:r>
          </a:p>
          <a:p>
            <a:pPr>
              <a:defRPr sz="2200"/>
            </a:pPr>
            <a:r>
              <a:t>Centralized Fact Graph for consistency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Takes source document</a:t>
            </a:r>
          </a:p>
          <a:p>
            <a:pPr>
              <a:defRPr sz="2200"/>
            </a:pPr>
            <a:r>
              <a:t>Generates multiple formats</a:t>
            </a:r>
          </a:p>
          <a:p>
            <a:pPr>
              <a:defRPr sz="2200"/>
            </a:pPr>
            <a:r>
              <a:t>Utilizes Fact Graph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Efficiency Gains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Reduces multi-channel authoring time by 75%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Guarantees 100% provenance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AI-driven system delivering consistent, time-efficient, provenance-verified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