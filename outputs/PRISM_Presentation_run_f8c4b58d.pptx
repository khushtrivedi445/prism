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PRISM is an end-to-end multi-agent AI system.</a:t>
            </a:r>
          </a:p>
          <a:p>
            <a:r>
              <a:t>Designed to solve factual inconsistency in multi-channel content generation.</a:t>
            </a:r>
          </a:p>
          <a:p>
            <a:r>
              <a:t>Launched in March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Organizations regularly produce content across LinkedIn, Twitter, Summaries, and Presentations.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PRISM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Multi-agent architecture coordinates across channels to maintain factual consistency.</a:t>
            </a:r>
          </a:p>
          <a:p>
            <a:pPr>
              <a:defRPr sz="2200"/>
            </a:pPr>
            <a:r>
              <a:t>Targets LinkedIn, Twitter, Summaries, and Presentations.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Agents verify facts across multiple platforms.</a:t>
            </a:r>
          </a:p>
          <a:p>
            <a:pPr>
              <a:defRPr sz="2200"/>
            </a:pPr>
            <a:r>
              <a:t>Supports LinkedIn, Twitter, Summaries, and Presentations.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Adoption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Performance benchmarks show a 94.2% reduction in ungrounded claims.</a:t>
            </a:r>
          </a:p>
          <a:p>
            <a:pPr>
              <a:defRPr sz="2200"/>
            </a:pPr>
            <a:r>
              <a:t>Evaluated by enterprise compliance teams worldwide.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PRISM enhances content reliability across platforms.</a:t>
            </a:r>
          </a:p>
          <a:p>
            <a:pPr>
              <a:defRPr sz="2200"/>
            </a:pPr>
            <a:r>
              <a:t>Continued adoption by enterprise compliance teams.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