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PRISM: Unified AI Content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PRISM is an AI system that unifies content generation across channels using a Fact Graph.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Unifies content generation across multiple channels.</a:t>
            </a:r>
          </a:p>
          <a:p>
            <a:pPr>
              <a:defRPr sz="2200"/>
            </a:pPr>
            <a:r>
              <a:t>Leverages a Fact Graph for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Utilizes a Fact Graph to structure information.</a:t>
            </a:r>
          </a:p>
          <a:p>
            <a:pPr>
              <a:defRPr sz="2200"/>
            </a:pPr>
            <a:r>
              <a:t>Generates content across channels from unified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Consistent messaging across channels.</a:t>
            </a:r>
          </a:p>
          <a:p>
            <a:pPr>
              <a:defRPr sz="2200"/>
            </a:pPr>
            <a:r>
              <a:t>Efficient content creation.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PRISM streamlines content generation.</a:t>
            </a:r>
          </a:p>
          <a:p>
            <a:pPr>
              <a:defRPr sz="2200"/>
            </a:pPr>
            <a:r>
              <a:t>Ensures unified, fact-based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