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Definition: An attempt to gain unauthorized access to digital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Attack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Phishing</a:t>
            </a:r>
          </a:p>
          <a:p>
            <a:pPr>
              <a:defRPr sz="2200"/>
            </a:pPr>
            <a:r>
              <a:t>Malware</a:t>
            </a:r>
          </a:p>
          <a:p>
            <a:pPr>
              <a:defRPr sz="2200"/>
            </a:pPr>
            <a:r>
              <a:t>Ransomware</a:t>
            </a:r>
          </a:p>
          <a:p>
            <a:pPr>
              <a:defRPr sz="2200"/>
            </a:pPr>
            <a:r>
              <a:t>Denial‑of‑service</a:t>
            </a:r>
          </a:p>
          <a:p>
            <a:pPr>
              <a:defRPr sz="2200"/>
            </a:pPr>
            <a:r>
              <a:t>Password attacks</a:t>
            </a:r>
          </a:p>
          <a:p>
            <a:pPr>
              <a:defRPr sz="2200"/>
            </a:pPr>
            <a:r>
              <a:t>Data breaches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Potential Victims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Individuals</a:t>
            </a:r>
          </a:p>
          <a:p>
            <a:pPr>
              <a:defRPr sz="2200"/>
            </a:pPr>
            <a:r>
              <a:t>Businesses</a:t>
            </a:r>
          </a:p>
          <a:p>
            <a:pPr>
              <a:defRPr sz="2200"/>
            </a:pPr>
            <a:r>
              <a:t>Schools</a:t>
            </a:r>
          </a:p>
          <a:p>
            <a:pPr>
              <a:defRPr sz="2200"/>
            </a:pPr>
            <a:r>
              <a:t>Banks</a:t>
            </a:r>
          </a:p>
          <a:p>
            <a:pPr>
              <a:defRPr sz="2200"/>
            </a:pPr>
            <a:r>
              <a:t>Hospitals</a:t>
            </a:r>
          </a:p>
          <a:p>
            <a:pPr>
              <a:defRPr sz="2200"/>
            </a:pPr>
            <a:r>
              <a:t>Government organizations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Theft of personal or confidential information</a:t>
            </a:r>
          </a:p>
          <a:p>
            <a:pPr>
              <a:defRPr sz="2200"/>
            </a:pPr>
            <a:r>
              <a:t>Financial losses</a:t>
            </a:r>
          </a:p>
          <a:p>
            <a:pPr>
              <a:defRPr sz="2200"/>
            </a:pPr>
            <a:r>
              <a:t>Disruption of important services</a:t>
            </a:r>
          </a:p>
          <a:p>
            <a:pPr>
              <a:defRPr sz="2200"/>
            </a:pPr>
            <a:r>
              <a:t>Damage to organization’s reputation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Preventive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Use strong passwords</a:t>
            </a:r>
          </a:p>
          <a:p>
            <a:pPr>
              <a:defRPr sz="2200"/>
            </a:pPr>
            <a:r>
              <a:t>Implement multi‑factor authentication</a:t>
            </a:r>
          </a:p>
          <a:p>
            <a:pPr>
              <a:defRPr sz="2200"/>
            </a:pPr>
            <a:r>
              <a:t>Deploy firewalls</a:t>
            </a:r>
          </a:p>
          <a:p>
            <a:pPr>
              <a:defRPr sz="2200"/>
            </a:pPr>
            <a:r>
              <a:t>Install antivirus software</a:t>
            </a:r>
          </a:p>
          <a:p>
            <a:pPr>
              <a:defRPr sz="2200"/>
            </a:pPr>
            <a:r>
              <a:t>Apply regular security updates</a:t>
            </a:r>
          </a:p>
          <a:p>
            <a:pPr>
              <a:defRPr sz="2200"/>
            </a:pPr>
            <a:r>
              <a:t>Maintain secure data backups</a:t>
            </a:r>
          </a:p>
          <a:p>
            <a:pPr>
              <a:defRPr sz="2200"/>
            </a:pPr>
            <a:r>
              <a:t>Educate employees and users about suspicious emails, links, and websites</a:t>
            </a:r>
          </a:p>
          <a:p>
            <a:pPr>
              <a:defRPr sz="2200"/>
            </a:pPr>
            <a:r>
              <a:t>Promptly detect, isolate, investigate, and prevent future attacks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Layered defenses and user education reduce cybersecurity risk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