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 security attacks target computers, networks, and online systems.</a:t>
            </a:r>
          </a:p>
          <a:p>
            <a:r>
              <a:t>Goal: protect information from unauthorized access, damage, or theft.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Threat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Attacks are carried out by criminals or malicious groups.</a:t>
            </a:r>
          </a:p>
          <a:p>
            <a:pPr>
              <a:defRPr sz="2200"/>
            </a:pPr>
            <a:r>
              <a:t>Impacts include data loss, financial damage, and privacy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Attack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Phishing – deceptive messages to obtain credentials.</a:t>
            </a:r>
          </a:p>
          <a:p>
            <a:pPr>
              <a:defRPr sz="2200"/>
            </a:pPr>
            <a:r>
              <a:t>Malware – malicious software that compromises systems.</a:t>
            </a:r>
          </a:p>
          <a:p>
            <a:pPr>
              <a:defRPr sz="2200"/>
            </a:pPr>
            <a:r>
              <a:t>Ransomware – encrypts data and demands payment.</a:t>
            </a:r>
          </a:p>
          <a:p>
            <a:pPr>
              <a:defRPr sz="2200"/>
            </a:pPr>
            <a:r>
              <a:t>Password attacks – attempts to guess or steal passwords.</a:t>
            </a:r>
          </a:p>
          <a:p>
            <a:pPr>
              <a:defRPr sz="2200"/>
            </a:pPr>
            <a:r>
              <a:t>Denial-of-service – overwhelms services to disrupt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Prevention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Use strong, unique passwords.</a:t>
            </a:r>
          </a:p>
          <a:p>
            <a:pPr>
              <a:defRPr sz="2200"/>
            </a:pPr>
            <a:r>
              <a:t>Keep software and systems updated.</a:t>
            </a:r>
          </a:p>
          <a:p>
            <a:pPr>
              <a:defRPr sz="2200"/>
            </a:pPr>
            <a:r>
              <a:t>Enable multi-factor authentication.</a:t>
            </a:r>
          </a:p>
          <a:p>
            <a:pPr>
              <a:defRPr sz="2200"/>
            </a:pPr>
            <a:r>
              <a:t>Avoid clicking suspicious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Vigilance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Staying alert reduces the likelihood of becoming a victim.</a:t>
            </a:r>
          </a:p>
          <a:p>
            <a:pPr>
              <a:defRPr sz="2200"/>
            </a:pPr>
            <a:r>
              <a:t>Consistent security practices lower overall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Understanding attack methods enables effective defense.</a:t>
            </a:r>
          </a:p>
          <a:p>
            <a:pPr>
              <a:defRPr sz="2200"/>
            </a:pPr>
            <a:r>
              <a:t>Adopting recommended practices strengthens cyber resilience.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