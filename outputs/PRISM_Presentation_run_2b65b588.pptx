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Transforms source documents into multiple content formats.</a:t>
            </a:r>
          </a:p>
          <a:p>
            <a:r>
              <a:t>Built on a centralized Fact Graph for consistency.</a:t>
            </a:r>
          </a:p>
          <a:p>
            <a:r>
              <a:t>Automated Guardrail Consistency Critic ensures factual provenance.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AI-powered content generation system.</a:t>
            </a:r>
          </a:p>
          <a:p>
            <a:pPr>
              <a:defRPr sz="2200"/>
            </a:pPr>
            <a:r>
              <a:t>Accepts a source document as input.</a:t>
            </a:r>
          </a:p>
          <a:p>
            <a:pPr>
              <a:defRPr sz="2200"/>
            </a:pPr>
            <a:r>
              <a:t>Produces multiple output formats.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Extracts entities, claims, metrics, dates, and recommendations.</a:t>
            </a:r>
          </a:p>
          <a:p>
            <a:pPr>
              <a:defRPr sz="2200"/>
            </a:pPr>
            <a:r>
              <a:t>Fact Graph serves as the single source of truth.</a:t>
            </a:r>
          </a:p>
          <a:p>
            <a:pPr>
              <a:defRPr sz="2200"/>
            </a:pPr>
            <a:r>
              <a:t>Guardrail Critic flags unsupported claims and triggers bounded revisions.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Centralized Fact Graph.</a:t>
            </a:r>
          </a:p>
          <a:p>
            <a:pPr>
              <a:defRPr sz="2200"/>
            </a:pPr>
            <a:r>
              <a:t>Guardrail Consistency Critic.</a:t>
            </a:r>
          </a:p>
          <a:p>
            <a:pPr>
              <a:defRPr sz="2200"/>
            </a:pPr>
            <a:r>
              <a:t>Automated revision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Reduces cross‑channel authoring time by 75%.</a:t>
            </a:r>
          </a:p>
          <a:p>
            <a:pPr>
              <a:defRPr sz="2200"/>
            </a:pPr>
            <a:r>
              <a:t>Achieves 100% factual provenance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PRISM is an AI-powered content generation system that transforms source documents into multiple content formats.</a:t>
            </a:r>
          </a:p>
          <a:p>
            <a:pPr>
              <a:defRPr sz="2200"/>
            </a:pPr>
            <a:r>
              <a:t>PRISM uses a centralized Fact Graph for consistency.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